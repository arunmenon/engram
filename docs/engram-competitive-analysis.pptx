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ENGRAM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Engram compares to the AI agent memory landscape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traceability changes the game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54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session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starts from zero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today are stateless.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remember what they learned yesterday, what tools they called last week, or how a previous interaction ended.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agents do have memory, it's opaque — no way to trace why the agent said what it said.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5087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repeat themselves across sessions. Agents lose context, preferences, and relationship history.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9718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1089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auditability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8640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agent makes a bad decision, there's no trace of which context informed it or where it came from.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Engram Different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properties no competitor combines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14600" cy="30175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251460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7373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 Ledger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063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is an append-only event. The graph is derived, not primary. Delete the graph, rebuild it from the log.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20440" y="1463040"/>
            <a:ext cx="2514600" cy="30175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463040"/>
            <a:ext cx="251460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373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Provenance-Annotated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49040" y="3063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returned carries its event_id, session_id, agent_id, and trace_id. Full lineage from source to retrieval.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09360" y="1463040"/>
            <a:ext cx="2514600" cy="30175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463040"/>
            <a:ext cx="2514600" cy="54864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373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2377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Cross-Framework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37960" y="306324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Middleware, not a framework. Captures events from LangChain, CrewAI, AutoGen, OpenAI SDK, or any structured source.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Competitive Landscape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2588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25880"/>
            <a:ext cx="2514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memory layer.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 devs, AWS partnership.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graph hybrid.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32588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325880"/>
            <a:ext cx="25146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508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1874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knowledge graph.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invalidation.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Py/TS/Go SDKs.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325880"/>
            <a:ext cx="251460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508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874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Memory-first OS paradigm.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agents.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Git-versioned context.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108960"/>
            <a:ext cx="251460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291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Framework-embedded memory.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+ namespace.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ecosystem.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20440" y="31089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20440" y="3108960"/>
            <a:ext cx="25146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3291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Cognee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03320" y="3657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knowledge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engine. Open-source (MIT).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vector hybrid.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2514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108960"/>
            <a:ext cx="25146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2918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36576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hierarchies.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Comparison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68680"/>
                <a:gridCol w="777240"/>
                <a:gridCol w="777240"/>
                <a:gridCol w="777240"/>
                <a:gridCol w="868680"/>
                <a:gridCol w="777240"/>
                <a:gridCol w="8686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event ledger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projection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 in retrieval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replay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Cross-framework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memory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fact tracking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Intent-weighted retrieval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Ebbinghaus decay scoring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Self-improving memory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full support    Amber = partial    Red = not supported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 Questions, Different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Mem0, Zep, Cognee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234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the</a:t>
            </a:r>
            <a:endParaRPr lang="en-US" sz="1600" dirty="0"/>
          </a:p>
          <a:p>
            <a:pPr algn="r" indent="0" marL="0">
              <a:buNone/>
            </a:pPr>
            <a:r>
              <a:rPr lang="en-US" sz="1600" i="1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remember?"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680960" cy="100584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31720"/>
            <a:ext cx="73152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Letta, LangGraph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should the agent</a:t>
            </a:r>
            <a:endParaRPr lang="en-US" sz="1600" dirty="0"/>
          </a:p>
          <a:p>
            <a:pPr algn="r" indent="0" marL="0">
              <a:buNone/>
            </a:pPr>
            <a:r>
              <a:rPr lang="en-US" sz="1600" i="1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its memory?"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566160"/>
            <a:ext cx="73152" cy="10058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Traceability-first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does the agent</a:t>
            </a:r>
            <a:endParaRPr lang="en-US" sz="1600" dirty="0"/>
          </a:p>
          <a:p>
            <a:pPr algn="r" indent="0" marL="0">
              <a:buNone/>
            </a:pPr>
            <a:r>
              <a:rPr lang="en-US" sz="16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 what it believes?"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Traceability Matters Most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087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healthcare, legal. Regulators ask 'why did the AI recommend this?' — Engram provides the full lineage.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Compliance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486400" y="18745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requires audit trails. Engram's immutable ledger provides this natively, not as an afterthought.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0" y="29718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004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54480" y="3566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need cross-agent lineage. agent_id + trace_id fields enable queries no competitor supports.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63440" y="29718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00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Debugging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486400" y="3566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what the agent knew at failure time. Deterministic replay makes post-mortem analysis tractable.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remembers.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can audit exactly why.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ledger  ·  Graph projection  ·  Cross-framework  ·  Full provenance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engram  |  github.com/engram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Engram Competitive Analysis</dc:title>
  <dc:subject>PptxGenJS Presentation</dc:subject>
  <dc:creator>Engram</dc:creator>
  <cp:lastModifiedBy>Engram</cp:lastModifiedBy>
  <cp:revision>1</cp:revision>
  <dcterms:created xsi:type="dcterms:W3CDTF">2026-03-12T05:35:45Z</dcterms:created>
  <dcterms:modified xsi:type="dcterms:W3CDTF">2026-03-12T05:35:45Z</dcterms:modified>
</cp:coreProperties>
</file>